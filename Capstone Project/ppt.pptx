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
  </p:notesMasterIdLst>
  <p:sldIdLst>
    <p:sldId id="256" r:id="rId2"/>
    <p:sldId id="260" r:id="rId3"/>
    <p:sldId id="258" r:id="rId4"/>
    <p:sldId id="259" r:id="rId5"/>
    <p:sldId id="261" r:id="rId6"/>
    <p:sldId id="262" r:id="rId7"/>
    <p:sldId id="263" r:id="rId8"/>
    <p:sldId id="264" r:id="rId9"/>
    <p:sldId id="265" r:id="rId10"/>
    <p:sldId id="266" r:id="rId11"/>
    <p:sldId id="267"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0" d="100"/>
          <a:sy n="100" d="100"/>
        </p:scale>
        <p:origin x="946" y="-32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62D84A-7E27-4560-9BA8-75B1E6ED769C}" type="datetimeFigureOut">
              <a:rPr lang="en-US" smtClean="0"/>
              <a:pPr/>
              <a:t>3/5/2026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ACF5AD6-4453-474D-8321-53D80CCA97C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E521640-7911-4B8D-AE15-AF55460C3DCD}" type="datetime1">
              <a:rPr lang="en-US" smtClean="0"/>
              <a:pPr/>
              <a:t>3/5/2026</a:t>
            </a:fld>
            <a:endParaRPr lang="en-US"/>
          </a:p>
        </p:txBody>
      </p:sp>
      <p:sp>
        <p:nvSpPr>
          <p:cNvPr id="5" name="Footer Placeholder 4"/>
          <p:cNvSpPr>
            <a:spLocks noGrp="1"/>
          </p:cNvSpPr>
          <p:nvPr>
            <p:ph type="ftr" sz="quarter" idx="11"/>
          </p:nvPr>
        </p:nvSpPr>
        <p:spPr/>
        <p:txBody>
          <a:bodyPr/>
          <a:lstStyle/>
          <a:p>
            <a:r>
              <a:rPr lang="en-US"/>
              <a:t>CPE – 22060 Presentation</a:t>
            </a:r>
          </a:p>
        </p:txBody>
      </p:sp>
      <p:sp>
        <p:nvSpPr>
          <p:cNvPr id="6" name="Slide Number Placeholder 5"/>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lvl1pPr>
              <a:defRPr sz="4000"/>
            </a:lvl1pPr>
          </a:lstStyle>
          <a:p>
            <a:r>
              <a:rPr lang="en-US" dirty="0"/>
              <a:t>Click to edit Master title style</a:t>
            </a:r>
          </a:p>
        </p:txBody>
      </p:sp>
      <p:sp>
        <p:nvSpPr>
          <p:cNvPr id="3" name="Content Placeholder 2"/>
          <p:cNvSpPr>
            <a:spLocks noGrp="1"/>
          </p:cNvSpPr>
          <p:nvPr>
            <p:ph idx="1"/>
          </p:nvPr>
        </p:nvSpPr>
        <p:spPr>
          <a:xfrm>
            <a:off x="457200" y="990600"/>
            <a:ext cx="8229600" cy="5334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F4AC57D-2F46-4B8C-ABCB-DBCD3863B507}" type="datetime1">
              <a:rPr lang="en-US" smtClean="0"/>
              <a:pPr/>
              <a:t>3/5/2026</a:t>
            </a:fld>
            <a:endParaRPr lang="en-US"/>
          </a:p>
        </p:txBody>
      </p:sp>
      <p:sp>
        <p:nvSpPr>
          <p:cNvPr id="5" name="Footer Placeholder 4"/>
          <p:cNvSpPr>
            <a:spLocks noGrp="1"/>
          </p:cNvSpPr>
          <p:nvPr>
            <p:ph type="ftr" sz="quarter" idx="11"/>
          </p:nvPr>
        </p:nvSpPr>
        <p:spPr/>
        <p:txBody>
          <a:bodyPr/>
          <a:lstStyle/>
          <a:p>
            <a:r>
              <a:rPr lang="en-US" dirty="0"/>
              <a:t>CPE – 22060 Presentation</a:t>
            </a:r>
          </a:p>
        </p:txBody>
      </p:sp>
      <p:sp>
        <p:nvSpPr>
          <p:cNvPr id="6" name="Slide Number Placeholder 5"/>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8FB590-3A47-476B-AA82-F695C141F056}" type="datetime1">
              <a:rPr lang="en-US" smtClean="0"/>
              <a:pPr/>
              <a:t>3/5/2026</a:t>
            </a:fld>
            <a:endParaRPr lang="en-US"/>
          </a:p>
        </p:txBody>
      </p:sp>
      <p:sp>
        <p:nvSpPr>
          <p:cNvPr id="5" name="Footer Placeholder 4"/>
          <p:cNvSpPr>
            <a:spLocks noGrp="1"/>
          </p:cNvSpPr>
          <p:nvPr>
            <p:ph type="ftr" sz="quarter" idx="11"/>
          </p:nvPr>
        </p:nvSpPr>
        <p:spPr/>
        <p:txBody>
          <a:bodyPr/>
          <a:lstStyle/>
          <a:p>
            <a:r>
              <a:rPr lang="en-US"/>
              <a:t>CPE – 22060 Presentation</a:t>
            </a:r>
          </a:p>
        </p:txBody>
      </p:sp>
      <p:sp>
        <p:nvSpPr>
          <p:cNvPr id="6" name="Slide Number Placeholder 5"/>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0354825-3872-4847-83B3-EE47039F94C7}" type="datetime1">
              <a:rPr lang="en-US" smtClean="0"/>
              <a:pPr/>
              <a:t>3/5/2026</a:t>
            </a:fld>
            <a:endParaRPr lang="en-US"/>
          </a:p>
        </p:txBody>
      </p:sp>
      <p:sp>
        <p:nvSpPr>
          <p:cNvPr id="6" name="Footer Placeholder 5"/>
          <p:cNvSpPr>
            <a:spLocks noGrp="1"/>
          </p:cNvSpPr>
          <p:nvPr>
            <p:ph type="ftr" sz="quarter" idx="11"/>
          </p:nvPr>
        </p:nvSpPr>
        <p:spPr/>
        <p:txBody>
          <a:bodyPr/>
          <a:lstStyle/>
          <a:p>
            <a:r>
              <a:rPr lang="en-US"/>
              <a:t>CPE – 22060 Presentation</a:t>
            </a:r>
          </a:p>
        </p:txBody>
      </p:sp>
      <p:sp>
        <p:nvSpPr>
          <p:cNvPr id="7" name="Slide Number Placeholder 6"/>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FEA63EB-75C0-4B01-AF22-F0D92001811C}" type="datetime1">
              <a:rPr lang="en-US" smtClean="0"/>
              <a:pPr/>
              <a:t>3/5/2026</a:t>
            </a:fld>
            <a:endParaRPr lang="en-US"/>
          </a:p>
        </p:txBody>
      </p:sp>
      <p:sp>
        <p:nvSpPr>
          <p:cNvPr id="8" name="Footer Placeholder 7"/>
          <p:cNvSpPr>
            <a:spLocks noGrp="1"/>
          </p:cNvSpPr>
          <p:nvPr>
            <p:ph type="ftr" sz="quarter" idx="11"/>
          </p:nvPr>
        </p:nvSpPr>
        <p:spPr/>
        <p:txBody>
          <a:bodyPr/>
          <a:lstStyle/>
          <a:p>
            <a:r>
              <a:rPr lang="en-US"/>
              <a:t>CPE – 22060 Presentation</a:t>
            </a:r>
          </a:p>
        </p:txBody>
      </p:sp>
      <p:sp>
        <p:nvSpPr>
          <p:cNvPr id="9" name="Slide Number Placeholder 8"/>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733659F-D2EA-48AC-B6C8-E57104AE2B45}" type="datetime1">
              <a:rPr lang="en-US" smtClean="0"/>
              <a:pPr/>
              <a:t>3/5/2026</a:t>
            </a:fld>
            <a:endParaRPr lang="en-US"/>
          </a:p>
        </p:txBody>
      </p:sp>
      <p:sp>
        <p:nvSpPr>
          <p:cNvPr id="4" name="Footer Placeholder 3"/>
          <p:cNvSpPr>
            <a:spLocks noGrp="1"/>
          </p:cNvSpPr>
          <p:nvPr>
            <p:ph type="ftr" sz="quarter" idx="11"/>
          </p:nvPr>
        </p:nvSpPr>
        <p:spPr/>
        <p:txBody>
          <a:bodyPr/>
          <a:lstStyle/>
          <a:p>
            <a:r>
              <a:rPr lang="en-US"/>
              <a:t>CPE – 22060 Presentation</a:t>
            </a:r>
          </a:p>
        </p:txBody>
      </p:sp>
      <p:sp>
        <p:nvSpPr>
          <p:cNvPr id="5" name="Slide Number Placeholder 4"/>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70E31A-B5C5-4FB6-A613-C9C80E2F3499}" type="datetime1">
              <a:rPr lang="en-US" smtClean="0"/>
              <a:pPr/>
              <a:t>3/5/2026</a:t>
            </a:fld>
            <a:endParaRPr lang="en-US"/>
          </a:p>
        </p:txBody>
      </p:sp>
      <p:sp>
        <p:nvSpPr>
          <p:cNvPr id="3" name="Footer Placeholder 2"/>
          <p:cNvSpPr>
            <a:spLocks noGrp="1"/>
          </p:cNvSpPr>
          <p:nvPr>
            <p:ph type="ftr" sz="quarter" idx="11"/>
          </p:nvPr>
        </p:nvSpPr>
        <p:spPr/>
        <p:txBody>
          <a:bodyPr/>
          <a:lstStyle/>
          <a:p>
            <a:r>
              <a:rPr lang="en-US"/>
              <a:t>CPE – 22060 Presentation</a:t>
            </a:r>
          </a:p>
        </p:txBody>
      </p:sp>
      <p:sp>
        <p:nvSpPr>
          <p:cNvPr id="4" name="Slide Number Placeholder 3"/>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B840BC-A573-498A-B5AD-91A539E12F2A}" type="datetime1">
              <a:rPr lang="en-US" smtClean="0"/>
              <a:pPr/>
              <a:t>3/5/2026</a:t>
            </a:fld>
            <a:endParaRPr lang="en-US"/>
          </a:p>
        </p:txBody>
      </p:sp>
      <p:sp>
        <p:nvSpPr>
          <p:cNvPr id="6" name="Footer Placeholder 5"/>
          <p:cNvSpPr>
            <a:spLocks noGrp="1"/>
          </p:cNvSpPr>
          <p:nvPr>
            <p:ph type="ftr" sz="quarter" idx="11"/>
          </p:nvPr>
        </p:nvSpPr>
        <p:spPr/>
        <p:txBody>
          <a:bodyPr/>
          <a:lstStyle/>
          <a:p>
            <a:r>
              <a:rPr lang="en-US"/>
              <a:t>CPE – 22060 Presentation</a:t>
            </a:r>
          </a:p>
        </p:txBody>
      </p:sp>
      <p:sp>
        <p:nvSpPr>
          <p:cNvPr id="7" name="Slide Number Placeholder 6"/>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3FB9E3-55BC-4D2F-BEA3-8137623812FA}" type="datetime1">
              <a:rPr lang="en-US" smtClean="0"/>
              <a:pPr/>
              <a:t>3/5/2026</a:t>
            </a:fld>
            <a:endParaRPr lang="en-US"/>
          </a:p>
        </p:txBody>
      </p:sp>
      <p:sp>
        <p:nvSpPr>
          <p:cNvPr id="6" name="Footer Placeholder 5"/>
          <p:cNvSpPr>
            <a:spLocks noGrp="1"/>
          </p:cNvSpPr>
          <p:nvPr>
            <p:ph type="ftr" sz="quarter" idx="11"/>
          </p:nvPr>
        </p:nvSpPr>
        <p:spPr/>
        <p:txBody>
          <a:bodyPr/>
          <a:lstStyle/>
          <a:p>
            <a:r>
              <a:rPr lang="en-US"/>
              <a:t>CPE – 22060 Presentation</a:t>
            </a:r>
          </a:p>
        </p:txBody>
      </p:sp>
      <p:sp>
        <p:nvSpPr>
          <p:cNvPr id="7" name="Slide Number Placeholder 6"/>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9F7437-9915-41E3-8F01-B86D5322220A}" type="datetime1">
              <a:rPr lang="en-US" smtClean="0"/>
              <a:pPr/>
              <a:t>3/5/2026</a:t>
            </a:fld>
            <a:endParaRPr lang="en-US"/>
          </a:p>
        </p:txBody>
      </p:sp>
      <p:sp>
        <p:nvSpPr>
          <p:cNvPr id="5" name="Footer Placeholder 4"/>
          <p:cNvSpPr>
            <a:spLocks noGrp="1"/>
          </p:cNvSpPr>
          <p:nvPr>
            <p:ph type="ftr" sz="quarter" idx="11"/>
          </p:nvPr>
        </p:nvSpPr>
        <p:spPr/>
        <p:txBody>
          <a:bodyPr/>
          <a:lstStyle/>
          <a:p>
            <a:r>
              <a:rPr lang="en-US"/>
              <a:t>CPE – 22060 Presentation</a:t>
            </a:r>
          </a:p>
        </p:txBody>
      </p:sp>
      <p:sp>
        <p:nvSpPr>
          <p:cNvPr id="6" name="Slide Number Placeholder 5"/>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FBB1FE-9659-4B62-83FD-0B1FDB4E6318}" type="datetime1">
              <a:rPr lang="en-US" smtClean="0"/>
              <a:pPr/>
              <a:t>3/5/2026</a:t>
            </a:fld>
            <a:endParaRPr lang="en-US"/>
          </a:p>
        </p:txBody>
      </p:sp>
      <p:sp>
        <p:nvSpPr>
          <p:cNvPr id="5" name="Footer Placeholder 4"/>
          <p:cNvSpPr>
            <a:spLocks noGrp="1"/>
          </p:cNvSpPr>
          <p:nvPr>
            <p:ph type="ftr" sz="quarter" idx="11"/>
          </p:nvPr>
        </p:nvSpPr>
        <p:spPr/>
        <p:txBody>
          <a:bodyPr/>
          <a:lstStyle/>
          <a:p>
            <a:r>
              <a:rPr lang="en-US"/>
              <a:t>CPE – 22060 Presentation</a:t>
            </a:r>
          </a:p>
        </p:txBody>
      </p:sp>
      <p:sp>
        <p:nvSpPr>
          <p:cNvPr id="6" name="Slide Number Placeholder 5"/>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868362"/>
          </a:xfrm>
          <a:prstGeom prst="rect">
            <a:avLst/>
          </a:prstGeom>
        </p:spPr>
        <p:style>
          <a:lnRef idx="2">
            <a:schemeClr val="accent1"/>
          </a:lnRef>
          <a:fillRef idx="1">
            <a:schemeClr val="lt1"/>
          </a:fillRef>
          <a:effectRef idx="0">
            <a:schemeClr val="accent1"/>
          </a:effectRef>
          <a:fontRef idx="none"/>
        </p:style>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19200"/>
            <a:ext cx="8229600" cy="5105400"/>
          </a:xfrm>
          <a:prstGeom prst="rect">
            <a:avLst/>
          </a:prstGeom>
        </p:spPr>
        <p:style>
          <a:lnRef idx="2">
            <a:schemeClr val="accent1"/>
          </a:lnRef>
          <a:fillRef idx="1">
            <a:schemeClr val="lt1"/>
          </a:fillRef>
          <a:effectRef idx="0">
            <a:schemeClr val="accent1"/>
          </a:effectRef>
          <a:fontRef idx="none"/>
        </p:style>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F973F8-FEE5-4126-B476-687ACF2D0C92}" type="datetime1">
              <a:rPr lang="en-US" smtClean="0"/>
              <a:pPr/>
              <a:t>3/5/2026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CPE – 22060 Presentation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F1F8D0-972F-472E-AFE5-1F27E299DB0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extLst>
              <p:ext uri="{D42A27DB-BD31-4B8C-83A1-F6EECF244321}">
                <p14:modId xmlns:p14="http://schemas.microsoft.com/office/powerpoint/2010/main" val="106298640"/>
              </p:ext>
            </p:extLst>
          </p:nvPr>
        </p:nvGraphicFramePr>
        <p:xfrm>
          <a:off x="228600" y="228600"/>
          <a:ext cx="8686800" cy="6187613"/>
        </p:xfrm>
        <a:graphic>
          <a:graphicData uri="http://schemas.openxmlformats.org/drawingml/2006/table">
            <a:tbl>
              <a:tblPr firstRow="1" bandRow="1">
                <a:tableStyleId>{5940675A-B579-460E-94D1-54222C63F5DA}</a:tableStyleId>
              </a:tblPr>
              <a:tblGrid>
                <a:gridCol w="2332566">
                  <a:extLst>
                    <a:ext uri="{9D8B030D-6E8A-4147-A177-3AD203B41FA5}">
                      <a16:colId xmlns:a16="http://schemas.microsoft.com/office/drawing/2014/main" val="20000"/>
                    </a:ext>
                  </a:extLst>
                </a:gridCol>
                <a:gridCol w="2925234">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1676400">
                <a:tc>
                  <a:txBody>
                    <a:bodyPr/>
                    <a:lstStyle/>
                    <a:p>
                      <a:pPr algn="ctr"/>
                      <a:endParaRPr lang="en-US" sz="2200" dirty="0">
                        <a:solidFill>
                          <a:schemeClr val="bg1"/>
                        </a:solidFill>
                      </a:endParaRPr>
                    </a:p>
                  </a:txBody>
                  <a:tcPr>
                    <a:solidFill>
                      <a:schemeClr val="accent5">
                        <a:lumMod val="60000"/>
                        <a:lumOff val="40000"/>
                      </a:schemeClr>
                    </a:solidFill>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solidFill>
                            <a:schemeClr val="tx1"/>
                          </a:solidFill>
                        </a:rPr>
                        <a:t>S.S.V.P.S’s B. S. </a:t>
                      </a:r>
                      <a:r>
                        <a:rPr lang="en-US" sz="2800" baseline="0" dirty="0" err="1">
                          <a:solidFill>
                            <a:schemeClr val="tx1"/>
                          </a:solidFill>
                        </a:rPr>
                        <a:t>Deore</a:t>
                      </a:r>
                      <a:r>
                        <a:rPr lang="en-US" sz="2800" baseline="0" dirty="0">
                          <a:solidFill>
                            <a:schemeClr val="tx1"/>
                          </a:solidFill>
                        </a:rPr>
                        <a:t> Polytechnic, </a:t>
                      </a:r>
                      <a:r>
                        <a:rPr lang="en-US" sz="2800" baseline="0" dirty="0" err="1">
                          <a:solidFill>
                            <a:schemeClr val="tx1"/>
                          </a:solidFill>
                        </a:rPr>
                        <a:t>Dhule</a:t>
                      </a:r>
                      <a:endParaRPr lang="en-US" sz="2800" b="1" dirty="0">
                        <a:solidFill>
                          <a:schemeClr val="tx1"/>
                        </a:solidFill>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sz="3000" b="1" dirty="0">
                          <a:solidFill>
                            <a:schemeClr val="tx1"/>
                          </a:solidFill>
                        </a:rPr>
                        <a:t>Department of Computer Engineering</a:t>
                      </a:r>
                    </a:p>
                    <a:p>
                      <a:pPr algn="ctr">
                        <a:lnSpc>
                          <a:spcPct val="100000"/>
                        </a:lnSpc>
                        <a:spcBef>
                          <a:spcPts val="0"/>
                        </a:spcBef>
                      </a:pPr>
                      <a:r>
                        <a:rPr lang="en-US" sz="2400" i="1" baseline="0" dirty="0">
                          <a:solidFill>
                            <a:schemeClr val="tx1"/>
                          </a:solidFill>
                        </a:rPr>
                        <a:t>Academic Year : 2025 – 2026</a:t>
                      </a:r>
                    </a:p>
                  </a:txBody>
                  <a:tcPr>
                    <a:solidFill>
                      <a:schemeClr val="accent5">
                        <a:lumMod val="60000"/>
                        <a:lumOff val="40000"/>
                      </a:schemeClr>
                    </a:solidFill>
                  </a:tcPr>
                </a:tc>
                <a:tc hMerge="1">
                  <a:txBody>
                    <a:bodyPr/>
                    <a:lstStyle/>
                    <a:p>
                      <a:endParaRPr lang="en-US"/>
                    </a:p>
                  </a:txBody>
                  <a:tcPr/>
                </a:tc>
                <a:extLst>
                  <a:ext uri="{0D108BD9-81ED-4DB2-BD59-A6C34878D82A}">
                    <a16:rowId xmlns:a16="http://schemas.microsoft.com/office/drawing/2014/main" val="10000"/>
                  </a:ext>
                </a:extLst>
              </a:tr>
              <a:tr h="625925">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t>Presentation</a:t>
                      </a:r>
                      <a:r>
                        <a:rPr lang="en-US" sz="2800" baseline="0" dirty="0"/>
                        <a:t> o</a:t>
                      </a:r>
                      <a:r>
                        <a:rPr lang="en-US" sz="2800" dirty="0"/>
                        <a:t>n Capstone</a:t>
                      </a:r>
                      <a:r>
                        <a:rPr lang="en-US" sz="2800" baseline="0" dirty="0"/>
                        <a:t> Project Execution (CPE–316004)</a:t>
                      </a:r>
                      <a:endParaRPr lang="en-US" sz="2200" b="1" dirty="0">
                        <a:solidFill>
                          <a:srgbClr val="0000CC"/>
                        </a:solidFill>
                      </a:endParaRPr>
                    </a:p>
                  </a:txBody>
                  <a:tcPr/>
                </a:tc>
                <a:tc hMerge="1">
                  <a:txBody>
                    <a:bodyPr/>
                    <a:lstStyle/>
                    <a:p>
                      <a:endParaRPr lang="en-US" sz="2200" dirty="0"/>
                    </a:p>
                  </a:txBody>
                  <a:tcPr/>
                </a:tc>
                <a:tc hMerge="1">
                  <a:txBody>
                    <a:bodyPr/>
                    <a:lstStyle/>
                    <a:p>
                      <a:endParaRPr lang="en-US"/>
                    </a:p>
                  </a:txBody>
                  <a:tcPr/>
                </a:tc>
                <a:extLst>
                  <a:ext uri="{0D108BD9-81ED-4DB2-BD59-A6C34878D82A}">
                    <a16:rowId xmlns:a16="http://schemas.microsoft.com/office/drawing/2014/main" val="10001"/>
                  </a:ext>
                </a:extLst>
              </a:tr>
              <a:tr h="0">
                <a:tc>
                  <a:txBody>
                    <a:bodyPr/>
                    <a:lstStyle/>
                    <a:p>
                      <a:r>
                        <a:rPr lang="en-US" sz="2200" b="1" dirty="0"/>
                        <a:t>Topic</a:t>
                      </a:r>
                    </a:p>
                  </a:txBody>
                  <a:tcPr/>
                </a:tc>
                <a:tc gridSpan="2">
                  <a:txBody>
                    <a:bodyPr/>
                    <a:lstStyle/>
                    <a:p>
                      <a:pPr algn="l"/>
                      <a:r>
                        <a:rPr lang="en-US" sz="2400" dirty="0">
                          <a:solidFill>
                            <a:schemeClr val="tx1">
                              <a:lumMod val="95000"/>
                              <a:lumOff val="5000"/>
                            </a:schemeClr>
                          </a:solidFill>
                        </a:rPr>
                        <a:t>Event Management And Attendance System</a:t>
                      </a:r>
                    </a:p>
                    <a:p>
                      <a:pPr algn="l"/>
                      <a:endParaRPr lang="en-US" sz="2200" dirty="0">
                        <a:solidFill>
                          <a:srgbClr val="FF0000"/>
                        </a:solidFill>
                      </a:endParaRPr>
                    </a:p>
                  </a:txBody>
                  <a:tcPr/>
                </a:tc>
                <a:tc hMerge="1">
                  <a:txBody>
                    <a:bodyPr/>
                    <a:lstStyle/>
                    <a:p>
                      <a:endParaRPr lang="en-US"/>
                    </a:p>
                  </a:txBody>
                  <a:tcPr/>
                </a:tc>
                <a:extLst>
                  <a:ext uri="{0D108BD9-81ED-4DB2-BD59-A6C34878D82A}">
                    <a16:rowId xmlns:a16="http://schemas.microsoft.com/office/drawing/2014/main" val="10002"/>
                  </a:ext>
                </a:extLst>
              </a:tr>
              <a:tr h="515468">
                <a:tc rowSpan="4">
                  <a:txBody>
                    <a:bodyPr/>
                    <a:lstStyle/>
                    <a:p>
                      <a:r>
                        <a:rPr lang="en-US" sz="2200" b="1" dirty="0"/>
                        <a:t>Presented</a:t>
                      </a:r>
                      <a:r>
                        <a:rPr lang="en-US" sz="2200" b="1" baseline="0" dirty="0"/>
                        <a:t> by </a:t>
                      </a:r>
                      <a:endParaRPr lang="en-US" sz="2200" b="1" dirty="0"/>
                    </a:p>
                  </a:txBody>
                  <a:tcPr/>
                </a:tc>
                <a:tc gridSpan="2">
                  <a:txBody>
                    <a:bodyPr/>
                    <a:lstStyle/>
                    <a:p>
                      <a:r>
                        <a:rPr lang="en-US" sz="2200" dirty="0"/>
                        <a:t>1.</a:t>
                      </a:r>
                      <a:r>
                        <a:rPr lang="en-US" sz="2400" dirty="0"/>
                        <a:t> </a:t>
                      </a:r>
                      <a:r>
                        <a:rPr lang="en-US" sz="2400" b="0" dirty="0"/>
                        <a:t>Kalpesh Satish Patil</a:t>
                      </a:r>
                    </a:p>
                  </a:txBody>
                  <a:tcPr/>
                </a:tc>
                <a:tc hMerge="1">
                  <a:txBody>
                    <a:bodyPr/>
                    <a:lstStyle/>
                    <a:p>
                      <a:endParaRPr lang="en-US"/>
                    </a:p>
                  </a:txBody>
                  <a:tcPr/>
                </a:tc>
                <a:extLst>
                  <a:ext uri="{0D108BD9-81ED-4DB2-BD59-A6C34878D82A}">
                    <a16:rowId xmlns:a16="http://schemas.microsoft.com/office/drawing/2014/main" val="10003"/>
                  </a:ext>
                </a:extLst>
              </a:tr>
              <a:tr h="515468">
                <a:tc vMerge="1">
                  <a:txBody>
                    <a:bodyPr/>
                    <a:lstStyle/>
                    <a:p>
                      <a:endParaRPr lang="en-US" sz="2200" dirty="0"/>
                    </a:p>
                  </a:txBody>
                  <a:tcPr/>
                </a:tc>
                <a:tc gridSpan="2">
                  <a:txBody>
                    <a:bodyPr/>
                    <a:lstStyle/>
                    <a:p>
                      <a:r>
                        <a:rPr lang="en-US" sz="2200" dirty="0"/>
                        <a:t>2. Mayur Nitin Patil</a:t>
                      </a:r>
                    </a:p>
                  </a:txBody>
                  <a:tcPr/>
                </a:tc>
                <a:tc hMerge="1">
                  <a:txBody>
                    <a:bodyPr/>
                    <a:lstStyle/>
                    <a:p>
                      <a:endParaRPr lang="en-US"/>
                    </a:p>
                  </a:txBody>
                  <a:tcPr/>
                </a:tc>
                <a:extLst>
                  <a:ext uri="{0D108BD9-81ED-4DB2-BD59-A6C34878D82A}">
                    <a16:rowId xmlns:a16="http://schemas.microsoft.com/office/drawing/2014/main" val="10004"/>
                  </a:ext>
                </a:extLst>
              </a:tr>
              <a:tr h="515468">
                <a:tc vMerge="1">
                  <a:txBody>
                    <a:bodyPr/>
                    <a:lstStyle/>
                    <a:p>
                      <a:endParaRPr lang="en-US" sz="2200" dirty="0"/>
                    </a:p>
                  </a:txBody>
                  <a:tcPr/>
                </a:tc>
                <a:tc gridSpan="2">
                  <a:txBody>
                    <a:bodyPr/>
                    <a:lstStyle/>
                    <a:p>
                      <a:r>
                        <a:rPr lang="en-US" sz="2200" dirty="0"/>
                        <a:t>3. Sudarshan Devendra Patil</a:t>
                      </a:r>
                    </a:p>
                  </a:txBody>
                  <a:tcPr/>
                </a:tc>
                <a:tc hMerge="1">
                  <a:txBody>
                    <a:bodyPr/>
                    <a:lstStyle/>
                    <a:p>
                      <a:endParaRPr lang="en-US"/>
                    </a:p>
                  </a:txBody>
                  <a:tcPr/>
                </a:tc>
                <a:extLst>
                  <a:ext uri="{0D108BD9-81ED-4DB2-BD59-A6C34878D82A}">
                    <a16:rowId xmlns:a16="http://schemas.microsoft.com/office/drawing/2014/main" val="10005"/>
                  </a:ext>
                </a:extLst>
              </a:tr>
              <a:tr h="515468">
                <a:tc vMerge="1">
                  <a:txBody>
                    <a:bodyPr/>
                    <a:lstStyle/>
                    <a:p>
                      <a:endParaRPr lang="en-US" sz="2200" dirty="0"/>
                    </a:p>
                  </a:txBody>
                  <a:tcPr/>
                </a:tc>
                <a:tc gridSpan="2">
                  <a:txBody>
                    <a:bodyPr/>
                    <a:lstStyle/>
                    <a:p>
                      <a:r>
                        <a:rPr lang="en-US" sz="2200" dirty="0"/>
                        <a:t>4. Anup Sanjay Rajput</a:t>
                      </a:r>
                    </a:p>
                  </a:txBody>
                  <a:tcPr/>
                </a:tc>
                <a:tc hMerge="1">
                  <a:txBody>
                    <a:bodyPr/>
                    <a:lstStyle/>
                    <a:p>
                      <a:endParaRPr lang="en-US"/>
                    </a:p>
                  </a:txBody>
                  <a:tcPr/>
                </a:tc>
                <a:extLst>
                  <a:ext uri="{0D108BD9-81ED-4DB2-BD59-A6C34878D82A}">
                    <a16:rowId xmlns:a16="http://schemas.microsoft.com/office/drawing/2014/main" val="10006"/>
                  </a:ext>
                </a:extLst>
              </a:tr>
              <a:tr h="515468">
                <a:tc>
                  <a:txBody>
                    <a:bodyPr/>
                    <a:lstStyle/>
                    <a:p>
                      <a:r>
                        <a:rPr lang="en-US" sz="2200" b="1" dirty="0"/>
                        <a:t>Guided by</a:t>
                      </a:r>
                      <a:r>
                        <a:rPr lang="en-US" sz="2200" b="1" baseline="0" dirty="0"/>
                        <a:t> </a:t>
                      </a:r>
                      <a:endParaRPr lang="en-US" sz="2200" b="1" dirty="0"/>
                    </a:p>
                  </a:txBody>
                  <a:tcPr/>
                </a:tc>
                <a:tc gridSpan="2">
                  <a:txBody>
                    <a:bodyPr/>
                    <a:lstStyle/>
                    <a:p>
                      <a:r>
                        <a:rPr lang="en-US" sz="2200" dirty="0"/>
                        <a:t>Ms. </a:t>
                      </a:r>
                      <a:r>
                        <a:rPr lang="en-US" sz="2200" dirty="0" err="1"/>
                        <a:t>A.G.Patil</a:t>
                      </a:r>
                      <a:endParaRPr lang="en-US" sz="2200" dirty="0"/>
                    </a:p>
                  </a:txBody>
                  <a:tcPr/>
                </a:tc>
                <a:tc hMerge="1">
                  <a:txBody>
                    <a:bodyPr/>
                    <a:lstStyle/>
                    <a:p>
                      <a:endParaRPr lang="en-US"/>
                    </a:p>
                  </a:txBody>
                  <a:tcPr/>
                </a:tc>
                <a:extLst>
                  <a:ext uri="{0D108BD9-81ED-4DB2-BD59-A6C34878D82A}">
                    <a16:rowId xmlns:a16="http://schemas.microsoft.com/office/drawing/2014/main" val="10007"/>
                  </a:ext>
                </a:extLst>
              </a:tr>
              <a:tr h="515468">
                <a:tc>
                  <a:txBody>
                    <a:bodyPr/>
                    <a:lstStyle/>
                    <a:p>
                      <a:r>
                        <a:rPr lang="en-US" sz="2200" b="1" dirty="0"/>
                        <a:t>Semester</a:t>
                      </a:r>
                    </a:p>
                  </a:txBody>
                  <a:tcPr/>
                </a:tc>
                <a:tc>
                  <a:txBody>
                    <a:bodyPr/>
                    <a:lstStyle/>
                    <a:p>
                      <a:r>
                        <a:rPr lang="en-US" sz="2200" b="1" dirty="0"/>
                        <a:t>Sixth</a:t>
                      </a:r>
                      <a:r>
                        <a:rPr lang="en-US" sz="2200" b="1" baseline="0" dirty="0"/>
                        <a:t> (K Scheme)</a:t>
                      </a:r>
                      <a:endParaRPr lang="en-US" sz="2200" b="1" dirty="0"/>
                    </a:p>
                  </a:txBody>
                  <a:tcPr/>
                </a:tc>
                <a:tc>
                  <a:txBody>
                    <a:bodyPr/>
                    <a:lstStyle/>
                    <a:p>
                      <a:pPr algn="l"/>
                      <a:r>
                        <a:rPr lang="en-US" sz="2200" b="1" dirty="0"/>
                        <a:t>Date</a:t>
                      </a:r>
                      <a:r>
                        <a:rPr lang="en-US" sz="2200" b="1" baseline="0" dirty="0"/>
                        <a:t>  :</a:t>
                      </a:r>
                      <a:endParaRPr lang="en-US" sz="2200" b="1" dirty="0"/>
                    </a:p>
                  </a:txBody>
                  <a:tcPr/>
                </a:tc>
                <a:extLst>
                  <a:ext uri="{0D108BD9-81ED-4DB2-BD59-A6C34878D82A}">
                    <a16:rowId xmlns:a16="http://schemas.microsoft.com/office/drawing/2014/main" val="10008"/>
                  </a:ext>
                </a:extLst>
              </a:tr>
            </a:tbl>
          </a:graphicData>
        </a:graphic>
      </p:graphicFrame>
      <p:pic>
        <p:nvPicPr>
          <p:cNvPr id="16" name="Picture 15" descr="ssvpslogo.png"/>
          <p:cNvPicPr>
            <a:picLocks noChangeAspect="1"/>
          </p:cNvPicPr>
          <p:nvPr/>
        </p:nvPicPr>
        <p:blipFill>
          <a:blip r:embed="rId2"/>
          <a:stretch>
            <a:fillRect/>
          </a:stretch>
        </p:blipFill>
        <p:spPr>
          <a:xfrm>
            <a:off x="609600" y="304800"/>
            <a:ext cx="1143000" cy="1503947"/>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Abstract</a:t>
            </a:r>
          </a:p>
        </p:txBody>
      </p:sp>
      <p:sp>
        <p:nvSpPr>
          <p:cNvPr id="3" name="Content Placeholder 2"/>
          <p:cNvSpPr>
            <a:spLocks noGrp="1"/>
          </p:cNvSpPr>
          <p:nvPr>
            <p:ph idx="1"/>
          </p:nvPr>
        </p:nvSpPr>
        <p:spPr/>
        <p:txBody>
          <a:bodyPr>
            <a:normAutofit fontScale="92500"/>
          </a:bodyPr>
          <a:lstStyle/>
          <a:p>
            <a:pPr algn="just"/>
            <a:r>
              <a:rPr lang="en-US" sz="2600" dirty="0"/>
              <a:t>The </a:t>
            </a:r>
            <a:r>
              <a:rPr lang="en-US" sz="2600" b="1" dirty="0"/>
              <a:t>Event Management and Attendance System</a:t>
            </a:r>
            <a:r>
              <a:rPr lang="en-US" sz="2600" dirty="0"/>
              <a:t> is a digital platform designed to manage college or organizational events efficiently. In many institutions, event management and attendance tracking are handled manually, which can lead to errors, data loss, and time consumption.</a:t>
            </a:r>
          </a:p>
          <a:p>
            <a:pPr algn="just"/>
            <a:r>
              <a:rPr lang="en-US" sz="2600" dirty="0"/>
              <a:t>This system allows organizers to create events, manage participants, and automatically record attendance. Students or participants can register for events through the system and their attendance can be tracked using technologies such as QR code, ID verification, or geofencing.</a:t>
            </a:r>
          </a:p>
          <a:p>
            <a:pPr algn="just"/>
            <a:r>
              <a:rPr lang="en-US" sz="2600" dirty="0"/>
              <a:t>The system improves event organization, reduces paperwork, and provides accurate attendance records. It also helps organizers monitor participation and generate reports easily.</a:t>
            </a:r>
          </a:p>
          <a:p>
            <a:endParaRPr lang="en-US" dirty="0"/>
          </a:p>
        </p:txBody>
      </p:sp>
      <p:sp>
        <p:nvSpPr>
          <p:cNvPr id="4" name="Date Placeholder 3"/>
          <p:cNvSpPr>
            <a:spLocks noGrp="1"/>
          </p:cNvSpPr>
          <p:nvPr>
            <p:ph type="dt" sz="half" idx="10"/>
          </p:nvPr>
        </p:nvSpPr>
        <p:spPr/>
        <p:txBody>
          <a:bodyPr/>
          <a:lstStyle/>
          <a:p>
            <a:fld id="{DF4AC57D-2F46-4B8C-ABCB-DBCD3863B507}" type="datetime1">
              <a:rPr lang="en-US" smtClean="0"/>
              <a:pPr/>
              <a:t>3/5/2026</a:t>
            </a:fld>
            <a:endParaRPr lang="en-US"/>
          </a:p>
        </p:txBody>
      </p:sp>
      <p:sp>
        <p:nvSpPr>
          <p:cNvPr id="5" name="Footer Placeholder 4"/>
          <p:cNvSpPr>
            <a:spLocks noGrp="1"/>
          </p:cNvSpPr>
          <p:nvPr>
            <p:ph type="ftr" sz="quarter" idx="11"/>
          </p:nvPr>
        </p:nvSpPr>
        <p:spPr/>
        <p:txBody>
          <a:bodyPr/>
          <a:lstStyle/>
          <a:p>
            <a:r>
              <a:rPr lang="en-US"/>
              <a:t>CPE – 22060 Presentation</a:t>
            </a:r>
            <a:endParaRPr lang="en-US" dirty="0"/>
          </a:p>
        </p:txBody>
      </p:sp>
      <p:sp>
        <p:nvSpPr>
          <p:cNvPr id="6" name="Slide Number Placeholder 5"/>
          <p:cNvSpPr>
            <a:spLocks noGrp="1"/>
          </p:cNvSpPr>
          <p:nvPr>
            <p:ph type="sldNum" sz="quarter" idx="12"/>
          </p:nvPr>
        </p:nvSpPr>
        <p:spPr/>
        <p:txBody>
          <a:bodyPr/>
          <a:lstStyle/>
          <a:p>
            <a:fld id="{4AF1F8D0-972F-472E-AFE5-1F27E299DB0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a:bodyPr>
          <a:lstStyle/>
          <a:p>
            <a:r>
              <a:rPr lang="en-US" dirty="0"/>
              <a:t>Content</a:t>
            </a:r>
          </a:p>
        </p:txBody>
      </p:sp>
      <p:sp>
        <p:nvSpPr>
          <p:cNvPr id="3" name="Content Placeholder 2"/>
          <p:cNvSpPr>
            <a:spLocks noGrp="1"/>
          </p:cNvSpPr>
          <p:nvPr>
            <p:ph idx="1"/>
          </p:nvPr>
        </p:nvSpPr>
        <p:spPr>
          <a:xfrm>
            <a:off x="457200" y="990600"/>
            <a:ext cx="8229600" cy="5410200"/>
          </a:xfrm>
        </p:spPr>
        <p:txBody>
          <a:bodyPr>
            <a:normAutofit fontScale="77500" lnSpcReduction="20000"/>
          </a:bodyPr>
          <a:lstStyle/>
          <a:p>
            <a:pPr marL="914400" lvl="0" indent="-914400">
              <a:buFont typeface="+mj-lt"/>
              <a:buAutoNum type="arabicPeriod"/>
            </a:pPr>
            <a:r>
              <a:rPr lang="en-US" sz="4600" dirty="0"/>
              <a:t>Introduction  </a:t>
            </a:r>
            <a:r>
              <a:rPr lang="en-US" sz="2900" dirty="0"/>
              <a:t>(background of the industry or used based problem / task)</a:t>
            </a:r>
            <a:endParaRPr lang="en-US" sz="4600" dirty="0"/>
          </a:p>
          <a:p>
            <a:pPr marL="914400" lvl="0" indent="-914400">
              <a:buFont typeface="+mj-lt"/>
              <a:buAutoNum type="arabicPeriod"/>
            </a:pPr>
            <a:r>
              <a:rPr lang="en-US" sz="4600" dirty="0"/>
              <a:t>Literature Survey </a:t>
            </a:r>
          </a:p>
          <a:p>
            <a:pPr marL="914400" lvl="0" indent="-914400">
              <a:buFont typeface="+mj-lt"/>
              <a:buAutoNum type="arabicPeriod"/>
            </a:pPr>
            <a:r>
              <a:rPr lang="en-US" sz="4600" dirty="0"/>
              <a:t>Scope of the project </a:t>
            </a:r>
          </a:p>
          <a:p>
            <a:pPr marL="914400" lvl="0" indent="-914400">
              <a:buFont typeface="+mj-lt"/>
              <a:buAutoNum type="arabicPeriod"/>
            </a:pPr>
            <a:r>
              <a:rPr lang="en-US" sz="4600" dirty="0"/>
              <a:t>Methodology </a:t>
            </a:r>
          </a:p>
          <a:p>
            <a:pPr marL="914400" lvl="0" indent="-914400">
              <a:buFont typeface="+mj-lt"/>
              <a:buAutoNum type="arabicPeriod"/>
            </a:pPr>
            <a:r>
              <a:rPr lang="en-US" sz="4600" dirty="0"/>
              <a:t>Details of designs, working and processes</a:t>
            </a:r>
          </a:p>
          <a:p>
            <a:pPr marL="914400" lvl="0" indent="-914400">
              <a:buFont typeface="+mj-lt"/>
              <a:buAutoNum type="arabicPeriod"/>
            </a:pPr>
            <a:r>
              <a:rPr lang="en-US" sz="4600" dirty="0"/>
              <a:t>Results and applications</a:t>
            </a:r>
          </a:p>
          <a:p>
            <a:pPr marL="914400" lvl="0" indent="-914400">
              <a:buFont typeface="+mj-lt"/>
              <a:buAutoNum type="arabicPeriod"/>
            </a:pPr>
            <a:r>
              <a:rPr lang="en-US" sz="4600" dirty="0"/>
              <a:t>Conclusion and future scope</a:t>
            </a:r>
          </a:p>
          <a:p>
            <a:pPr marL="914400" lvl="0" indent="-914400">
              <a:buFont typeface="+mj-lt"/>
              <a:buAutoNum type="arabicPeriod"/>
            </a:pPr>
            <a:r>
              <a:rPr lang="en-US" sz="4600" dirty="0"/>
              <a:t>References and Bibliography</a:t>
            </a:r>
            <a:endParaRPr lang="en-US" sz="4800" dirty="0"/>
          </a:p>
        </p:txBody>
      </p:sp>
      <p:sp>
        <p:nvSpPr>
          <p:cNvPr id="4" name="Date Placeholder 3"/>
          <p:cNvSpPr>
            <a:spLocks noGrp="1"/>
          </p:cNvSpPr>
          <p:nvPr>
            <p:ph type="dt" sz="half" idx="10"/>
          </p:nvPr>
        </p:nvSpPr>
        <p:spPr/>
        <p:txBody>
          <a:bodyPr/>
          <a:lstStyle/>
          <a:p>
            <a:fld id="{31A345D7-6F53-4EAB-A205-25A2EFE10C3F}" type="datetime1">
              <a:rPr lang="en-US" smtClean="0"/>
              <a:pPr/>
              <a:t>3/5/2026</a:t>
            </a:fld>
            <a:endParaRPr lang="en-US"/>
          </a:p>
        </p:txBody>
      </p:sp>
      <p:sp>
        <p:nvSpPr>
          <p:cNvPr id="5" name="Slide Number Placeholder 4"/>
          <p:cNvSpPr>
            <a:spLocks noGrp="1"/>
          </p:cNvSpPr>
          <p:nvPr>
            <p:ph type="sldNum" sz="quarter" idx="12"/>
          </p:nvPr>
        </p:nvSpPr>
        <p:spPr/>
        <p:txBody>
          <a:bodyPr/>
          <a:lstStyle/>
          <a:p>
            <a:fld id="{4AF1F8D0-972F-472E-AFE5-1F27E299DB0B}" type="slidenum">
              <a:rPr lang="en-US" smtClean="0"/>
              <a:pPr/>
              <a:t>3</a:t>
            </a:fld>
            <a:endParaRPr lang="en-US"/>
          </a:p>
        </p:txBody>
      </p:sp>
      <p:sp>
        <p:nvSpPr>
          <p:cNvPr id="6" name="Footer Placeholder 5"/>
          <p:cNvSpPr>
            <a:spLocks noGrp="1"/>
          </p:cNvSpPr>
          <p:nvPr>
            <p:ph type="ftr" sz="quarter" idx="11"/>
          </p:nvPr>
        </p:nvSpPr>
        <p:spPr/>
        <p:txBody>
          <a:bodyPr/>
          <a:lstStyle/>
          <a:p>
            <a:r>
              <a:rPr lang="en-US"/>
              <a:t>CPE – 22060 Presentation</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1. Introduction</a:t>
            </a:r>
          </a:p>
        </p:txBody>
      </p:sp>
      <p:sp>
        <p:nvSpPr>
          <p:cNvPr id="3" name="Content Placeholder 2"/>
          <p:cNvSpPr>
            <a:spLocks noGrp="1"/>
          </p:cNvSpPr>
          <p:nvPr>
            <p:ph idx="1"/>
          </p:nvPr>
        </p:nvSpPr>
        <p:spPr/>
        <p:txBody>
          <a:bodyPr>
            <a:normAutofit fontScale="92500" lnSpcReduction="10000"/>
          </a:bodyPr>
          <a:lstStyle/>
          <a:p>
            <a:pPr algn="just"/>
            <a:r>
              <a:rPr lang="en-US" sz="2600" dirty="0"/>
              <a:t>In colleges and organizations, many events such as seminars, workshops, cultural programs, and technical activities are conducted regularly. Managing these events manually can be difficult because it requires handling registrations, attendance records, and participant data.</a:t>
            </a:r>
          </a:p>
          <a:p>
            <a:pPr algn="just"/>
            <a:r>
              <a:rPr lang="en-US" sz="2600" dirty="0"/>
              <a:t>Traditional methods of marking attendance using paper registers are time-consuming and prone to mistakes. There is also difficulty in tracking the number of participants and managing event information.</a:t>
            </a:r>
          </a:p>
          <a:p>
            <a:pPr algn="just"/>
            <a:r>
              <a:rPr lang="en-US" sz="2600" dirty="0"/>
              <a:t>Therefore, a digital system is needed to simplify event management and attendance tracking. The </a:t>
            </a:r>
            <a:r>
              <a:rPr lang="en-US" sz="2600" b="1" dirty="0"/>
              <a:t>Event Management and Attendance System</a:t>
            </a:r>
            <a:r>
              <a:rPr lang="en-US" sz="2600" dirty="0"/>
              <a:t> provides a centralized platform where events can be organized, participants can register, and attendance can be recorded automatically.</a:t>
            </a:r>
          </a:p>
          <a:p>
            <a:endParaRPr lang="en-US" dirty="0"/>
          </a:p>
        </p:txBody>
      </p:sp>
      <p:sp>
        <p:nvSpPr>
          <p:cNvPr id="4" name="Date Placeholder 3"/>
          <p:cNvSpPr>
            <a:spLocks noGrp="1"/>
          </p:cNvSpPr>
          <p:nvPr>
            <p:ph type="dt" sz="half" idx="10"/>
          </p:nvPr>
        </p:nvSpPr>
        <p:spPr/>
        <p:txBody>
          <a:bodyPr/>
          <a:lstStyle/>
          <a:p>
            <a:fld id="{DF4AC57D-2F46-4B8C-ABCB-DBCD3863B507}" type="datetime1">
              <a:rPr lang="en-US" smtClean="0"/>
              <a:pPr/>
              <a:t>3/5/2026</a:t>
            </a:fld>
            <a:endParaRPr lang="en-US"/>
          </a:p>
        </p:txBody>
      </p:sp>
      <p:sp>
        <p:nvSpPr>
          <p:cNvPr id="5" name="Footer Placeholder 4"/>
          <p:cNvSpPr>
            <a:spLocks noGrp="1"/>
          </p:cNvSpPr>
          <p:nvPr>
            <p:ph type="ftr" sz="quarter" idx="11"/>
          </p:nvPr>
        </p:nvSpPr>
        <p:spPr/>
        <p:txBody>
          <a:bodyPr/>
          <a:lstStyle/>
          <a:p>
            <a:r>
              <a:rPr lang="en-US"/>
              <a:t>CPE – 22060 Presentation</a:t>
            </a:r>
            <a:endParaRPr lang="en-US" dirty="0"/>
          </a:p>
        </p:txBody>
      </p:sp>
      <p:sp>
        <p:nvSpPr>
          <p:cNvPr id="6" name="Slide Number Placeholder 5"/>
          <p:cNvSpPr>
            <a:spLocks noGrp="1"/>
          </p:cNvSpPr>
          <p:nvPr>
            <p:ph type="sldNum" sz="quarter" idx="12"/>
          </p:nvPr>
        </p:nvSpPr>
        <p:spPr/>
        <p:txBody>
          <a:bodyPr/>
          <a:lstStyle/>
          <a:p>
            <a:fld id="{4AF1F8D0-972F-472E-AFE5-1F27E299DB0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 Literature Review</a:t>
            </a:r>
          </a:p>
        </p:txBody>
      </p:sp>
      <p:sp>
        <p:nvSpPr>
          <p:cNvPr id="3" name="Content Placeholder 2"/>
          <p:cNvSpPr>
            <a:spLocks noGrp="1"/>
          </p:cNvSpPr>
          <p:nvPr>
            <p:ph idx="1"/>
          </p:nvPr>
        </p:nvSpPr>
        <p:spPr/>
        <p:txBody>
          <a:bodyPr/>
          <a:lstStyle/>
          <a:p>
            <a:pPr algn="just"/>
            <a:r>
              <a:rPr lang="en-US" sz="2400" dirty="0"/>
              <a:t>Existing systems allow event organizers to manage events online.</a:t>
            </a:r>
          </a:p>
          <a:p>
            <a:pPr algn="just"/>
            <a:r>
              <a:rPr lang="en-US" sz="2400" dirty="0"/>
              <a:t>Many institutions use digital platforms for event registration and management.</a:t>
            </a:r>
          </a:p>
          <a:p>
            <a:pPr algn="just"/>
            <a:r>
              <a:rPr lang="en-US" sz="2400" dirty="0"/>
              <a:t>Attendance tracking systems using QR codes and biometric methods are commonly used.</a:t>
            </a:r>
          </a:p>
          <a:p>
            <a:pPr algn="just"/>
            <a:r>
              <a:rPr lang="en-US" sz="2400" dirty="0"/>
              <a:t>Digital event systems improve efficiency, reduce paperwork, and help maintain accurate records.</a:t>
            </a:r>
          </a:p>
          <a:p>
            <a:pPr marL="0" indent="0">
              <a:buNone/>
            </a:pPr>
            <a:endParaRPr lang="en-US" dirty="0"/>
          </a:p>
        </p:txBody>
      </p:sp>
      <p:sp>
        <p:nvSpPr>
          <p:cNvPr id="4" name="Date Placeholder 3"/>
          <p:cNvSpPr>
            <a:spLocks noGrp="1"/>
          </p:cNvSpPr>
          <p:nvPr>
            <p:ph type="dt" sz="half" idx="10"/>
          </p:nvPr>
        </p:nvSpPr>
        <p:spPr/>
        <p:txBody>
          <a:bodyPr/>
          <a:lstStyle/>
          <a:p>
            <a:fld id="{DF4AC57D-2F46-4B8C-ABCB-DBCD3863B507}" type="datetime1">
              <a:rPr lang="en-US" smtClean="0"/>
              <a:pPr/>
              <a:t>3/5/2026</a:t>
            </a:fld>
            <a:endParaRPr lang="en-US"/>
          </a:p>
        </p:txBody>
      </p:sp>
      <p:sp>
        <p:nvSpPr>
          <p:cNvPr id="5" name="Footer Placeholder 4"/>
          <p:cNvSpPr>
            <a:spLocks noGrp="1"/>
          </p:cNvSpPr>
          <p:nvPr>
            <p:ph type="ftr" sz="quarter" idx="11"/>
          </p:nvPr>
        </p:nvSpPr>
        <p:spPr/>
        <p:txBody>
          <a:bodyPr/>
          <a:lstStyle/>
          <a:p>
            <a:r>
              <a:rPr lang="en-US"/>
              <a:t>CPE – 22060 Presentation</a:t>
            </a:r>
            <a:endParaRPr lang="en-US" dirty="0"/>
          </a:p>
        </p:txBody>
      </p:sp>
      <p:sp>
        <p:nvSpPr>
          <p:cNvPr id="6" name="Slide Number Placeholder 5"/>
          <p:cNvSpPr>
            <a:spLocks noGrp="1"/>
          </p:cNvSpPr>
          <p:nvPr>
            <p:ph type="sldNum" sz="quarter" idx="12"/>
          </p:nvPr>
        </p:nvSpPr>
        <p:spPr/>
        <p:txBody>
          <a:bodyPr/>
          <a:lstStyle/>
          <a:p>
            <a:fld id="{4AF1F8D0-972F-472E-AFE5-1F27E299DB0B}"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3. Scope of the project</a:t>
            </a:r>
          </a:p>
        </p:txBody>
      </p:sp>
      <p:sp>
        <p:nvSpPr>
          <p:cNvPr id="3" name="Content Placeholder 2"/>
          <p:cNvSpPr>
            <a:spLocks noGrp="1"/>
          </p:cNvSpPr>
          <p:nvPr>
            <p:ph idx="1"/>
          </p:nvPr>
        </p:nvSpPr>
        <p:spPr/>
        <p:txBody>
          <a:bodyPr>
            <a:normAutofit/>
          </a:bodyPr>
          <a:lstStyle/>
          <a:p>
            <a:r>
              <a:rPr lang="en-US" sz="2400" dirty="0"/>
              <a:t> User registration and login system</a:t>
            </a:r>
          </a:p>
          <a:p>
            <a:r>
              <a:rPr lang="en-US" sz="2400" dirty="0"/>
              <a:t> Event creation and management</a:t>
            </a:r>
          </a:p>
          <a:p>
            <a:r>
              <a:rPr lang="en-US" sz="2400" dirty="0"/>
              <a:t> Participant registration for events</a:t>
            </a:r>
          </a:p>
          <a:p>
            <a:r>
              <a:rPr lang="en-US" sz="2400" dirty="0"/>
              <a:t> Digital attendance marking</a:t>
            </a:r>
          </a:p>
          <a:p>
            <a:r>
              <a:rPr lang="en-US" sz="2400" dirty="0"/>
              <a:t> Event schedule and details display</a:t>
            </a:r>
          </a:p>
          <a:p>
            <a:r>
              <a:rPr lang="en-US" sz="2400" dirty="0"/>
              <a:t> Admin dashboard for managing events</a:t>
            </a:r>
          </a:p>
          <a:p>
            <a:r>
              <a:rPr lang="en-US" sz="2400" dirty="0"/>
              <a:t> Attendance report generation</a:t>
            </a:r>
          </a:p>
          <a:p>
            <a:r>
              <a:rPr lang="en-US" sz="2400" dirty="0"/>
              <a:t> Notifications for upcoming events</a:t>
            </a:r>
          </a:p>
          <a:p>
            <a:endParaRPr lang="en-US" sz="2400" dirty="0"/>
          </a:p>
        </p:txBody>
      </p:sp>
      <p:sp>
        <p:nvSpPr>
          <p:cNvPr id="4" name="Date Placeholder 3"/>
          <p:cNvSpPr>
            <a:spLocks noGrp="1"/>
          </p:cNvSpPr>
          <p:nvPr>
            <p:ph type="dt" sz="half" idx="10"/>
          </p:nvPr>
        </p:nvSpPr>
        <p:spPr/>
        <p:txBody>
          <a:bodyPr/>
          <a:lstStyle/>
          <a:p>
            <a:fld id="{DF4AC57D-2F46-4B8C-ABCB-DBCD3863B507}" type="datetime1">
              <a:rPr lang="en-US" smtClean="0"/>
              <a:pPr/>
              <a:t>3/5/2026</a:t>
            </a:fld>
            <a:endParaRPr lang="en-US"/>
          </a:p>
        </p:txBody>
      </p:sp>
      <p:sp>
        <p:nvSpPr>
          <p:cNvPr id="5" name="Footer Placeholder 4"/>
          <p:cNvSpPr>
            <a:spLocks noGrp="1"/>
          </p:cNvSpPr>
          <p:nvPr>
            <p:ph type="ftr" sz="quarter" idx="11"/>
          </p:nvPr>
        </p:nvSpPr>
        <p:spPr/>
        <p:txBody>
          <a:bodyPr/>
          <a:lstStyle/>
          <a:p>
            <a:r>
              <a:rPr lang="en-US"/>
              <a:t>CPE – 22060 Presentation</a:t>
            </a:r>
            <a:endParaRPr lang="en-US" dirty="0"/>
          </a:p>
        </p:txBody>
      </p:sp>
      <p:sp>
        <p:nvSpPr>
          <p:cNvPr id="6" name="Slide Number Placeholder 5"/>
          <p:cNvSpPr>
            <a:spLocks noGrp="1"/>
          </p:cNvSpPr>
          <p:nvPr>
            <p:ph type="sldNum" sz="quarter" idx="12"/>
          </p:nvPr>
        </p:nvSpPr>
        <p:spPr/>
        <p:txBody>
          <a:bodyPr/>
          <a:lstStyle/>
          <a:p>
            <a:fld id="{4AF1F8D0-972F-472E-AFE5-1F27E299DB0B}"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4. Methodology</a:t>
            </a:r>
          </a:p>
        </p:txBody>
      </p:sp>
      <p:sp>
        <p:nvSpPr>
          <p:cNvPr id="3" name="Content Placeholder 2"/>
          <p:cNvSpPr>
            <a:spLocks noGrp="1"/>
          </p:cNvSpPr>
          <p:nvPr>
            <p:ph idx="1"/>
          </p:nvPr>
        </p:nvSpPr>
        <p:spPr/>
        <p:txBody>
          <a:bodyPr>
            <a:normAutofit/>
          </a:bodyPr>
          <a:lstStyle/>
          <a:p>
            <a:r>
              <a:rPr lang="en-US" sz="2400" b="1" dirty="0"/>
              <a:t>User Registration &amp; Login</a:t>
            </a:r>
            <a:br>
              <a:rPr lang="en-US" sz="2400" dirty="0"/>
            </a:br>
            <a:r>
              <a:rPr lang="en-US" sz="2400" dirty="0"/>
              <a:t>Users create accounts and log into the system securely.</a:t>
            </a:r>
          </a:p>
          <a:p>
            <a:r>
              <a:rPr lang="en-US" sz="2400" b="1" dirty="0"/>
              <a:t>Event Creation</a:t>
            </a:r>
            <a:br>
              <a:rPr lang="en-US" sz="2400" dirty="0"/>
            </a:br>
            <a:r>
              <a:rPr lang="en-US" sz="2400" dirty="0"/>
              <a:t>The admin or organizer creates events by adding details such as event name, date, time, and location.</a:t>
            </a:r>
          </a:p>
          <a:p>
            <a:r>
              <a:rPr lang="en-US" sz="2400" b="1" dirty="0"/>
              <a:t>Participant Registration</a:t>
            </a:r>
            <a:br>
              <a:rPr lang="en-US" sz="2400" dirty="0"/>
            </a:br>
            <a:r>
              <a:rPr lang="en-US" sz="2400" dirty="0"/>
              <a:t>Students or participants register for events through the system.</a:t>
            </a:r>
          </a:p>
          <a:p>
            <a:r>
              <a:rPr lang="en-US" sz="2400" b="1" dirty="0"/>
              <a:t>Attendance Recording</a:t>
            </a:r>
            <a:br>
              <a:rPr lang="en-US" sz="2400" dirty="0"/>
            </a:br>
            <a:r>
              <a:rPr lang="en-US" sz="2400" dirty="0"/>
              <a:t>Attendance is recorded during the event using digital methods like QR code or geofencing.</a:t>
            </a:r>
          </a:p>
          <a:p>
            <a:endParaRPr lang="en-US" sz="2400" dirty="0"/>
          </a:p>
        </p:txBody>
      </p:sp>
      <p:sp>
        <p:nvSpPr>
          <p:cNvPr id="4" name="Date Placeholder 3"/>
          <p:cNvSpPr>
            <a:spLocks noGrp="1"/>
          </p:cNvSpPr>
          <p:nvPr>
            <p:ph type="dt" sz="half" idx="10"/>
          </p:nvPr>
        </p:nvSpPr>
        <p:spPr/>
        <p:txBody>
          <a:bodyPr/>
          <a:lstStyle/>
          <a:p>
            <a:fld id="{DF4AC57D-2F46-4B8C-ABCB-DBCD3863B507}" type="datetime1">
              <a:rPr lang="en-US" smtClean="0"/>
              <a:pPr/>
              <a:t>3/5/2026</a:t>
            </a:fld>
            <a:endParaRPr lang="en-US"/>
          </a:p>
        </p:txBody>
      </p:sp>
      <p:sp>
        <p:nvSpPr>
          <p:cNvPr id="5" name="Footer Placeholder 4"/>
          <p:cNvSpPr>
            <a:spLocks noGrp="1"/>
          </p:cNvSpPr>
          <p:nvPr>
            <p:ph type="ftr" sz="quarter" idx="11"/>
          </p:nvPr>
        </p:nvSpPr>
        <p:spPr/>
        <p:txBody>
          <a:bodyPr/>
          <a:lstStyle/>
          <a:p>
            <a:r>
              <a:rPr lang="en-US"/>
              <a:t>CPE – 22060 Presentation</a:t>
            </a:r>
            <a:endParaRPr lang="en-US" dirty="0"/>
          </a:p>
        </p:txBody>
      </p:sp>
      <p:sp>
        <p:nvSpPr>
          <p:cNvPr id="6" name="Slide Number Placeholder 5"/>
          <p:cNvSpPr>
            <a:spLocks noGrp="1"/>
          </p:cNvSpPr>
          <p:nvPr>
            <p:ph type="sldNum" sz="quarter" idx="12"/>
          </p:nvPr>
        </p:nvSpPr>
        <p:spPr/>
        <p:txBody>
          <a:bodyPr/>
          <a:lstStyle/>
          <a:p>
            <a:fld id="{4AF1F8D0-972F-472E-AFE5-1F27E299DB0B}"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a:t>5. Details of designs, working &amp; processes</a:t>
            </a:r>
          </a:p>
        </p:txBody>
      </p:sp>
      <p:sp>
        <p:nvSpPr>
          <p:cNvPr id="3" name="Content Placeholder 2"/>
          <p:cNvSpPr>
            <a:spLocks noGrp="1"/>
          </p:cNvSpPr>
          <p:nvPr>
            <p:ph idx="1"/>
          </p:nvPr>
        </p:nvSpPr>
        <p:spPr/>
        <p:txBody>
          <a:bodyPr>
            <a:normAutofit/>
          </a:bodyPr>
          <a:lstStyle/>
          <a:p>
            <a:pPr marL="0" indent="0">
              <a:buNone/>
            </a:pPr>
            <a:r>
              <a:rPr lang="en-US" sz="2600" b="1" dirty="0"/>
              <a:t> 1. Working Process</a:t>
            </a:r>
          </a:p>
          <a:p>
            <a:pPr marL="0" indent="0">
              <a:buNone/>
            </a:pPr>
            <a:r>
              <a:rPr lang="en-US" sz="2600" dirty="0"/>
              <a:t>• User registration/login</a:t>
            </a:r>
            <a:br>
              <a:rPr lang="en-US" sz="2600" dirty="0"/>
            </a:br>
            <a:r>
              <a:rPr lang="en-US" sz="2600" dirty="0"/>
              <a:t>• Admin creates event</a:t>
            </a:r>
            <a:br>
              <a:rPr lang="en-US" sz="2600" dirty="0"/>
            </a:br>
            <a:r>
              <a:rPr lang="en-US" sz="2600" dirty="0"/>
              <a:t>• Participants register for event</a:t>
            </a:r>
            <a:br>
              <a:rPr lang="en-US" sz="2600" dirty="0"/>
            </a:br>
            <a:r>
              <a:rPr lang="en-US" sz="2600" dirty="0"/>
              <a:t>• Attendance marked during event</a:t>
            </a:r>
            <a:br>
              <a:rPr lang="en-US" sz="2600" dirty="0"/>
            </a:br>
            <a:r>
              <a:rPr lang="en-US" sz="2600" dirty="0"/>
              <a:t>• Data stored in database</a:t>
            </a:r>
            <a:br>
              <a:rPr lang="en-US" sz="2600" dirty="0"/>
            </a:br>
            <a:r>
              <a:rPr lang="en-US" sz="2600" dirty="0"/>
              <a:t>• Admin views reports</a:t>
            </a:r>
          </a:p>
          <a:p>
            <a:pPr marL="0" indent="0">
              <a:buNone/>
            </a:pPr>
            <a:r>
              <a:rPr lang="en-US" sz="2600" b="1" dirty="0"/>
              <a:t>2. System Design</a:t>
            </a:r>
          </a:p>
          <a:p>
            <a:pPr marL="0" indent="0">
              <a:buNone/>
            </a:pPr>
            <a:r>
              <a:rPr lang="en-US" sz="2600" dirty="0"/>
              <a:t>• User-friendly interface</a:t>
            </a:r>
            <a:br>
              <a:rPr lang="en-US" sz="2600" dirty="0"/>
            </a:br>
            <a:r>
              <a:rPr lang="en-US" sz="2600" dirty="0"/>
              <a:t>• Admin and user dashboards</a:t>
            </a:r>
            <a:br>
              <a:rPr lang="en-US" sz="2600" dirty="0"/>
            </a:br>
            <a:r>
              <a:rPr lang="en-US" sz="2600" dirty="0"/>
              <a:t>• Database tables for Users, Events, Attendance, and Reports</a:t>
            </a:r>
          </a:p>
          <a:p>
            <a:endParaRPr lang="en-US" dirty="0"/>
          </a:p>
        </p:txBody>
      </p:sp>
      <p:sp>
        <p:nvSpPr>
          <p:cNvPr id="4" name="Date Placeholder 3"/>
          <p:cNvSpPr>
            <a:spLocks noGrp="1"/>
          </p:cNvSpPr>
          <p:nvPr>
            <p:ph type="dt" sz="half" idx="10"/>
          </p:nvPr>
        </p:nvSpPr>
        <p:spPr/>
        <p:txBody>
          <a:bodyPr/>
          <a:lstStyle/>
          <a:p>
            <a:fld id="{DF4AC57D-2F46-4B8C-ABCB-DBCD3863B507}" type="datetime1">
              <a:rPr lang="en-US" smtClean="0"/>
              <a:pPr/>
              <a:t>3/5/2026</a:t>
            </a:fld>
            <a:endParaRPr lang="en-US"/>
          </a:p>
        </p:txBody>
      </p:sp>
      <p:sp>
        <p:nvSpPr>
          <p:cNvPr id="5" name="Footer Placeholder 4"/>
          <p:cNvSpPr>
            <a:spLocks noGrp="1"/>
          </p:cNvSpPr>
          <p:nvPr>
            <p:ph type="ftr" sz="quarter" idx="11"/>
          </p:nvPr>
        </p:nvSpPr>
        <p:spPr/>
        <p:txBody>
          <a:bodyPr/>
          <a:lstStyle/>
          <a:p>
            <a:r>
              <a:rPr lang="en-US"/>
              <a:t>CPE – 22060 Presentation</a:t>
            </a:r>
            <a:endParaRPr lang="en-US" dirty="0"/>
          </a:p>
        </p:txBody>
      </p:sp>
      <p:sp>
        <p:nvSpPr>
          <p:cNvPr id="6" name="Slide Number Placeholder 5"/>
          <p:cNvSpPr>
            <a:spLocks noGrp="1"/>
          </p:cNvSpPr>
          <p:nvPr>
            <p:ph type="sldNum" sz="quarter" idx="12"/>
          </p:nvPr>
        </p:nvSpPr>
        <p:spPr/>
        <p:txBody>
          <a:bodyPr/>
          <a:lstStyle/>
          <a:p>
            <a:fld id="{4AF1F8D0-972F-472E-AFE5-1F27E299DB0B}"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6. Results and Applications</a:t>
            </a:r>
          </a:p>
        </p:txBody>
      </p:sp>
      <p:sp>
        <p:nvSpPr>
          <p:cNvPr id="3" name="Content Placeholder 2"/>
          <p:cNvSpPr>
            <a:spLocks noGrp="1"/>
          </p:cNvSpPr>
          <p:nvPr>
            <p:ph idx="1"/>
          </p:nvPr>
        </p:nvSpPr>
        <p:spPr/>
        <p:txBody>
          <a:bodyPr>
            <a:normAutofit/>
          </a:bodyPr>
          <a:lstStyle/>
          <a:p>
            <a:pPr marL="0" indent="0">
              <a:buNone/>
            </a:pPr>
            <a:r>
              <a:rPr lang="en-US" sz="2400" b="1" dirty="0"/>
              <a:t>Results</a:t>
            </a:r>
          </a:p>
          <a:p>
            <a:pPr marL="0" indent="0">
              <a:buNone/>
            </a:pPr>
            <a:r>
              <a:rPr lang="en-US" sz="2400" dirty="0"/>
              <a:t>• Easy event management</a:t>
            </a:r>
            <a:br>
              <a:rPr lang="en-US" sz="2400" dirty="0"/>
            </a:br>
            <a:r>
              <a:rPr lang="en-US" sz="2400" dirty="0"/>
              <a:t>• Accurate attendance tracking</a:t>
            </a:r>
            <a:br>
              <a:rPr lang="en-US" sz="2400" dirty="0"/>
            </a:br>
            <a:r>
              <a:rPr lang="en-US" sz="2400" dirty="0"/>
              <a:t>• Reduced paperwork</a:t>
            </a:r>
            <a:br>
              <a:rPr lang="en-US" sz="2400" dirty="0"/>
            </a:br>
            <a:r>
              <a:rPr lang="en-US" sz="2400" dirty="0"/>
              <a:t>• Better event organization</a:t>
            </a:r>
          </a:p>
          <a:p>
            <a:pPr marL="0" indent="0">
              <a:buNone/>
            </a:pPr>
            <a:r>
              <a:rPr lang="en-US" sz="2400" b="1" dirty="0"/>
              <a:t>Applications</a:t>
            </a:r>
          </a:p>
          <a:p>
            <a:pPr marL="0" indent="0">
              <a:buNone/>
            </a:pPr>
            <a:r>
              <a:rPr lang="en-US" sz="2400" dirty="0"/>
              <a:t>• Colleges and universities</a:t>
            </a:r>
            <a:br>
              <a:rPr lang="en-US" sz="2400" dirty="0"/>
            </a:br>
            <a:r>
              <a:rPr lang="en-US" sz="2400" dirty="0"/>
              <a:t>• Corporate events</a:t>
            </a:r>
            <a:br>
              <a:rPr lang="en-US" sz="2400" dirty="0"/>
            </a:br>
            <a:r>
              <a:rPr lang="en-US" sz="2400" dirty="0"/>
              <a:t>• Workshops and seminars</a:t>
            </a:r>
            <a:br>
              <a:rPr lang="en-US" sz="2400" dirty="0"/>
            </a:br>
            <a:r>
              <a:rPr lang="en-US" sz="2400" dirty="0"/>
              <a:t>• Conferences and training programs</a:t>
            </a:r>
          </a:p>
          <a:p>
            <a:endParaRPr lang="en-US" sz="2400" dirty="0"/>
          </a:p>
        </p:txBody>
      </p:sp>
      <p:sp>
        <p:nvSpPr>
          <p:cNvPr id="4" name="Date Placeholder 3"/>
          <p:cNvSpPr>
            <a:spLocks noGrp="1"/>
          </p:cNvSpPr>
          <p:nvPr>
            <p:ph type="dt" sz="half" idx="10"/>
          </p:nvPr>
        </p:nvSpPr>
        <p:spPr/>
        <p:txBody>
          <a:bodyPr/>
          <a:lstStyle/>
          <a:p>
            <a:fld id="{DF4AC57D-2F46-4B8C-ABCB-DBCD3863B507}" type="datetime1">
              <a:rPr lang="en-US" smtClean="0"/>
              <a:pPr/>
              <a:t>3/5/2026</a:t>
            </a:fld>
            <a:endParaRPr lang="en-US"/>
          </a:p>
        </p:txBody>
      </p:sp>
      <p:sp>
        <p:nvSpPr>
          <p:cNvPr id="5" name="Footer Placeholder 4"/>
          <p:cNvSpPr>
            <a:spLocks noGrp="1"/>
          </p:cNvSpPr>
          <p:nvPr>
            <p:ph type="ftr" sz="quarter" idx="11"/>
          </p:nvPr>
        </p:nvSpPr>
        <p:spPr/>
        <p:txBody>
          <a:bodyPr/>
          <a:lstStyle/>
          <a:p>
            <a:r>
              <a:rPr lang="en-US"/>
              <a:t>CPE – 22060 Presentation</a:t>
            </a:r>
            <a:endParaRPr lang="en-US" dirty="0"/>
          </a:p>
        </p:txBody>
      </p:sp>
      <p:sp>
        <p:nvSpPr>
          <p:cNvPr id="6" name="Slide Number Placeholder 5"/>
          <p:cNvSpPr>
            <a:spLocks noGrp="1"/>
          </p:cNvSpPr>
          <p:nvPr>
            <p:ph type="sldNum" sz="quarter" idx="12"/>
          </p:nvPr>
        </p:nvSpPr>
        <p:spPr/>
        <p:txBody>
          <a:bodyPr/>
          <a:lstStyle/>
          <a:p>
            <a:fld id="{4AF1F8D0-972F-472E-AFE5-1F27E299DB0B}"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7. Conclusion and future scope</a:t>
            </a:r>
          </a:p>
        </p:txBody>
      </p:sp>
      <p:sp>
        <p:nvSpPr>
          <p:cNvPr id="3" name="Content Placeholder 2"/>
          <p:cNvSpPr>
            <a:spLocks noGrp="1"/>
          </p:cNvSpPr>
          <p:nvPr>
            <p:ph idx="1"/>
          </p:nvPr>
        </p:nvSpPr>
        <p:spPr/>
        <p:txBody>
          <a:bodyPr>
            <a:normAutofit/>
          </a:bodyPr>
          <a:lstStyle/>
          <a:p>
            <a:pPr algn="just"/>
            <a:r>
              <a:rPr lang="en-US" sz="2400" dirty="0"/>
              <a:t>The </a:t>
            </a:r>
            <a:r>
              <a:rPr lang="en-US" sz="2400" b="1" dirty="0"/>
              <a:t>Event Management and Attendance System</a:t>
            </a:r>
            <a:r>
              <a:rPr lang="en-US" sz="2400" dirty="0"/>
              <a:t> simplifies the process of organizing and managing events. It provides a digital platform for event creation, participant registration, and attendance tracking.</a:t>
            </a:r>
          </a:p>
          <a:p>
            <a:pPr algn="just"/>
            <a:r>
              <a:rPr lang="en-US" sz="2400" dirty="0"/>
              <a:t>The system improves efficiency, reduces manual work, and ensures accurate records of event participation. It helps organizers manage events effectively and provides useful reports for future planning.</a:t>
            </a:r>
          </a:p>
          <a:p>
            <a:endParaRPr lang="en-US" sz="2400" dirty="0"/>
          </a:p>
        </p:txBody>
      </p:sp>
      <p:sp>
        <p:nvSpPr>
          <p:cNvPr id="4" name="Date Placeholder 3"/>
          <p:cNvSpPr>
            <a:spLocks noGrp="1"/>
          </p:cNvSpPr>
          <p:nvPr>
            <p:ph type="dt" sz="half" idx="10"/>
          </p:nvPr>
        </p:nvSpPr>
        <p:spPr/>
        <p:txBody>
          <a:bodyPr/>
          <a:lstStyle/>
          <a:p>
            <a:fld id="{DF4AC57D-2F46-4B8C-ABCB-DBCD3863B507}" type="datetime1">
              <a:rPr lang="en-US" smtClean="0"/>
              <a:pPr/>
              <a:t>3/5/2026</a:t>
            </a:fld>
            <a:endParaRPr lang="en-US"/>
          </a:p>
        </p:txBody>
      </p:sp>
      <p:sp>
        <p:nvSpPr>
          <p:cNvPr id="5" name="Footer Placeholder 4"/>
          <p:cNvSpPr>
            <a:spLocks noGrp="1"/>
          </p:cNvSpPr>
          <p:nvPr>
            <p:ph type="ftr" sz="quarter" idx="11"/>
          </p:nvPr>
        </p:nvSpPr>
        <p:spPr/>
        <p:txBody>
          <a:bodyPr/>
          <a:lstStyle/>
          <a:p>
            <a:r>
              <a:rPr lang="en-US"/>
              <a:t>CPE – 22060 Presentation</a:t>
            </a:r>
            <a:endParaRPr lang="en-US" dirty="0"/>
          </a:p>
        </p:txBody>
      </p:sp>
      <p:sp>
        <p:nvSpPr>
          <p:cNvPr id="6" name="Slide Number Placeholder 5"/>
          <p:cNvSpPr>
            <a:spLocks noGrp="1"/>
          </p:cNvSpPr>
          <p:nvPr>
            <p:ph type="sldNum" sz="quarter" idx="12"/>
          </p:nvPr>
        </p:nvSpPr>
        <p:spPr/>
        <p:txBody>
          <a:bodyPr/>
          <a:lstStyle/>
          <a:p>
            <a:fld id="{4AF1F8D0-972F-472E-AFE5-1F27E299DB0B}"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8. References and Bibliography</a:t>
            </a:r>
          </a:p>
        </p:txBody>
      </p:sp>
      <p:sp>
        <p:nvSpPr>
          <p:cNvPr id="3" name="Content Placeholder 2"/>
          <p:cNvSpPr>
            <a:spLocks noGrp="1"/>
          </p:cNvSpPr>
          <p:nvPr>
            <p:ph idx="1"/>
          </p:nvPr>
        </p:nvSpPr>
        <p:spPr/>
        <p:txBody>
          <a:bodyPr>
            <a:normAutofit/>
          </a:bodyPr>
          <a:lstStyle/>
          <a:p>
            <a:pPr marL="0" indent="0">
              <a:buNone/>
            </a:pPr>
            <a:r>
              <a:rPr lang="en-US" sz="2400" dirty="0"/>
              <a:t>• Research papers on Event Management Systems</a:t>
            </a:r>
            <a:br>
              <a:rPr lang="en-US" sz="2400" dirty="0"/>
            </a:br>
            <a:r>
              <a:rPr lang="en-US" sz="2400" dirty="0"/>
              <a:t>• Online Event Registration Platforms</a:t>
            </a:r>
            <a:br>
              <a:rPr lang="en-US" sz="2400" dirty="0"/>
            </a:br>
            <a:r>
              <a:rPr lang="en-US" sz="2400" dirty="0"/>
              <a:t>• Software Engineering Books</a:t>
            </a:r>
            <a:br>
              <a:rPr lang="en-US" sz="2400" dirty="0"/>
            </a:br>
            <a:r>
              <a:rPr lang="en-US" sz="2400" dirty="0"/>
              <a:t>• Web Development Documentation</a:t>
            </a:r>
          </a:p>
          <a:p>
            <a:pPr marL="0" indent="0">
              <a:buNone/>
            </a:pPr>
            <a:endParaRPr lang="en-US" sz="2400" dirty="0"/>
          </a:p>
        </p:txBody>
      </p:sp>
      <p:sp>
        <p:nvSpPr>
          <p:cNvPr id="4" name="Date Placeholder 3"/>
          <p:cNvSpPr>
            <a:spLocks noGrp="1"/>
          </p:cNvSpPr>
          <p:nvPr>
            <p:ph type="dt" sz="half" idx="10"/>
          </p:nvPr>
        </p:nvSpPr>
        <p:spPr/>
        <p:txBody>
          <a:bodyPr/>
          <a:lstStyle/>
          <a:p>
            <a:fld id="{DF4AC57D-2F46-4B8C-ABCB-DBCD3863B507}" type="datetime1">
              <a:rPr lang="en-US" smtClean="0"/>
              <a:pPr/>
              <a:t>3/5/2026</a:t>
            </a:fld>
            <a:endParaRPr lang="en-US"/>
          </a:p>
        </p:txBody>
      </p:sp>
      <p:sp>
        <p:nvSpPr>
          <p:cNvPr id="5" name="Footer Placeholder 4"/>
          <p:cNvSpPr>
            <a:spLocks noGrp="1"/>
          </p:cNvSpPr>
          <p:nvPr>
            <p:ph type="ftr" sz="quarter" idx="11"/>
          </p:nvPr>
        </p:nvSpPr>
        <p:spPr/>
        <p:txBody>
          <a:bodyPr/>
          <a:lstStyle/>
          <a:p>
            <a:r>
              <a:rPr lang="en-US"/>
              <a:t>CPE – 22060 Presentation</a:t>
            </a:r>
            <a:endParaRPr lang="en-US" dirty="0"/>
          </a:p>
        </p:txBody>
      </p:sp>
      <p:sp>
        <p:nvSpPr>
          <p:cNvPr id="6" name="Slide Number Placeholder 5"/>
          <p:cNvSpPr>
            <a:spLocks noGrp="1"/>
          </p:cNvSpPr>
          <p:nvPr>
            <p:ph type="sldNum" sz="quarter" idx="12"/>
          </p:nvPr>
        </p:nvSpPr>
        <p:spPr/>
        <p:txBody>
          <a:bodyPr/>
          <a:lstStyle/>
          <a:p>
            <a:fld id="{4AF1F8D0-972F-472E-AFE5-1F27E299DB0B}" type="slidenum">
              <a:rPr lang="en-US" smtClean="0"/>
              <a:pPr/>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262</TotalTime>
  <Words>801</Words>
  <Application>Microsoft Office PowerPoint</Application>
  <PresentationFormat>On-screen Show (4:3)</PresentationFormat>
  <Paragraphs>97</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Abstract</vt:lpstr>
      <vt:lpstr>Content</vt:lpstr>
      <vt:lpstr>1. Introduction</vt:lpstr>
      <vt:lpstr>2. Literature Review</vt:lpstr>
      <vt:lpstr>3. Scope of the project</vt:lpstr>
      <vt:lpstr>4. Methodology</vt:lpstr>
      <vt:lpstr>5. Details of designs, working &amp; processes</vt:lpstr>
      <vt:lpstr>6. Results and Applications</vt:lpstr>
      <vt:lpstr>7. Conclusion and future scope</vt:lpstr>
      <vt:lpstr>8. References and 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ssvps</dc:creator>
  <cp:lastModifiedBy>Sudarshan Patil</cp:lastModifiedBy>
  <cp:revision>28</cp:revision>
  <dcterms:created xsi:type="dcterms:W3CDTF">2015-09-18T08:45:14Z</dcterms:created>
  <dcterms:modified xsi:type="dcterms:W3CDTF">2026-03-05T18:01:51Z</dcterms:modified>
</cp:coreProperties>
</file>